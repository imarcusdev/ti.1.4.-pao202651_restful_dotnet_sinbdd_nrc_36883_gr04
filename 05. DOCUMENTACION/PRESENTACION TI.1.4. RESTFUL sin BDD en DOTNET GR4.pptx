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/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RESTful sin BDD en .NET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TI.1.4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>   Servidor RESTful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RESTful en .NET,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RESTful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REST y JSON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Expone recursos por URL que se usan con verbos HTTP (GET, POST) e intercambian datos en JSON.</a:t>
            </a:r>
          </a:p>
          <a:p>
            <a:r>
              <a:rPr lang="es-MX"/>
              <a:t>Ventaja: los mensajes JSON son livianos y cualquier cliente HTTP los consume sin generar código.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7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WinForms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MVC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MAUI (Android)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Visual Studio 2026, NuGet,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VS 2026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RESTful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.NET · localhost:5013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(consola)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WinForms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ASP.NET Core MVC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MAUI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HTTP con JSON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RESTful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ASP.NET Core Web API · http://localhost:5013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ASP.NET Core Web API en Visual Studio 2026.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WS_CON_UNI_DOTNET_RESTful (también es su espacio de nombres).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Kestrel en http://0.0.0.0:5013 (launchSettings.json).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Microsoft.AspNetCore.OpenApi 10.0.12.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Endpoints REST (LoginEndpoint, CatalogEndpoint y ConverterEndpoint):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12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POST /login  ·  catálogo → GET /catalog/{tipo}  ·  conversión → POST /converter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[ApiController]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[Route("converter")]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class ConverterEndpoint : ControllerBase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[HttpPost]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ActionResult&lt;ConverterResponseDTO&gt;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[FromHeader(Name = "Authorization")]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[FromBody] ConvertRequestDTO req)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if (!LoginController.ValidateUser(token))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return Unauthorized(new ConverterResponseDTO(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EstadosEnum.ERROR, "Token Inválido", 0));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Ok(new ConverterResponseDTO(EstadosEnum.OK,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"Conversión Exitosa", ConverterController.Convert(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req.type ?? "", req.value, req.from ?? "", req.to ?? "")));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[ApiController] y [Route] publican el recurso POST /converter; ASP.NET Core convierte el JSON en ConvertRequestDTO.</a:t>
            </a:r>
          </a:p>
          <a:p>
            <a:r>
              <a:rPr lang="es-MX"/>
              <a:t>Responde 200 con el resultado o 401 si el token del encabezado Authorization no es válido.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Visual Studio 2026 o con dotnet run.</a:t>
            </a:r>
          </a:p>
          <a:p>
            <a:r>
              <a:rPr lang="es-MX"/>
              <a:t>Comprobar el endpoint en http://localhost:5013/login (POST con JSON).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10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internal class RESTfulClient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string baseUrl = "http://localhost:5000/";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HttpClient http = new HttpClient();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async Task&lt;string&gt; GetAsync(string endpoint, string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using HttpRequestMessage request = new HttpRequestMessage(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HttpMethod.Get, baseUrl + endpoint);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request.Headers.Add("Accept",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request.Headers.Add("Authorization",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using HttpResponseMessage response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await http.SendAsync(request);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await response.Content.ReadAsStringAsync();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HttpClient envía la petición con el token en el encabezado Authorization y devuelve el JSON como texto.</a:t>
            </a:r>
          </a:p>
          <a:p>
            <a:r>
              <a:rPr lang="es-MX"/>
              <a:t>Las llamadas son asíncronas (async/await) para no bloquear el menú mientras responde el servidor.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WinForms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Task&lt;string&gt; PostAsync(EndpointsEnum endpoint,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json,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peticion = Peticion(HttpMethod.Post,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endpoint.ToString(),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peticion.Content = new StringContent(json,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Encoding.UTF8,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EnviarAsync(peticion);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private HttpRequestMessage Peticion(HttpMethod metodo,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recurso,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peticion = new HttpRequestMessage(metodo, urlBase + recurso);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peticion.Headers.Accept.ParseAdd("application/json");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peticion.Headers.TryAddWithoutValidation("Authorization",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peticion;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Arma las peticiones POST con cuerpo JSON hacia http://localhost:5013 y agrega el token cuando hay sesión.</a:t>
            </a:r>
          </a:p>
          <a:p>
            <a:r>
              <a:rPr lang="es-MX"/>
              <a:t>El HttpClient tiene un tiempo de espera de 15 s para que la ventana no quede esperando sin fin.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ASP.NET Core MVC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[HttpPost("/login")]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async Task&lt;IActionResult&gt; Ingresar(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string? usuario, string?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vista = new LoginVista { Usuario = usuario ?? ""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// ... validación de campos vacíos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await fabrica.CrearServicio(sesion)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.IniciarSesionAsync(usuario.Trim(),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catch (ServicioException 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vista.Error = e.Message;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await VistaAsync(vista);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SesionUsuario.Guardar(HttpContext,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Redirect("~/menu");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controlador MVC recibe el formulario y llama a la API REST a través de ConversorServicio y RESTfulClient.</a:t>
            </a:r>
          </a:p>
          <a:p>
            <a:r>
              <a:rPr lang="es-MX"/>
              <a:t>Si el login falla, vuelve a mostrar la vista con el mensaje; si funciona, guarda la sesión y va al menú.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MAUI (Android)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Task&lt;RespuestaHttp&gt; PostJsonAsync(string ruta,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json,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var peticion = new HttpRequestMessage(HttpMethod.Post, ruta)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Content = new StringContent(json, Encoding.UTF8,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"application/json"),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EnviarAsync(peticion,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private async Task&lt;RespuestaHttp&gt; EnviarAsync(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HttpRequestMessage peticion,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peticion.Headers.Accept.ParseAdd("application/json");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(token is not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peticion.Headers.TryAddWithoutValidation("Authorization",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using var respuesta = await _http.SendAsync(peticion);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cuerpo = await respuesta.Content.ReadAsStringAsync();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new RespuestaHttp((int)respuesta.StatusCode,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respuesta.ReasonPhrase, cuerpo);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La app MAUI usa HttpClient con la URL base de RestConfig y envía el token en Authorization.</a:t>
            </a:r>
          </a:p>
          <a:p>
            <a:r>
              <a:rPr lang="es-MX"/>
              <a:t>Devuelve el código HTTP y el cuerpo para que el controlador muestre el mensaje del servidor si hay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155 pruebas automáticas: escritorio (83) y web (72).</a:t>
            </a:r>
          </a:p>
          <a:p>
            <a:r>
              <a:rPr lang="es-MX"/>
              <a:t>Herramienta usada: xUnit.</a:t>
            </a:r>
          </a:p>
          <a:p>
            <a:r>
              <a:rPr lang="es-MX"/>
              <a:t>[Observaciones encontradas durante las pruebas.]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RESTful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ASP.NET Core Web API devolvió códigos HTTP claros (200, 400 y 401) según el resultado de cada operación.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Activar la documentación OpenAPI ya incluida para probar los endpoints desde el navegador.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Microsoft. (2026). Create web APIs with ASP.NET Core. https://learn.microsoft.com/aspnet/core/web-api/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3086</Words>
  <Application>Microsoft Office PowerPoint</Application>
  <PresentationFormat>Widescreen</PresentationFormat>
  <Paragraphs>464</Paragraphs>
  <Slides>38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Arial</vt:lpstr>
      <vt:lpstr>Consolas</vt:lpstr>
      <vt:lpstr>Segoe UI</vt:lpstr>
      <vt:lpstr>Segoe UI Semibold</vt:lpstr>
      <vt:lpstr>Office Theme</vt:lpstr>
      <vt:lpstr>Conversión de Unidades RESTful sin BDD en .NET</vt:lpstr>
      <vt:lpstr>Contenido</vt:lpstr>
      <vt:lpstr>Objetivos</vt:lpstr>
      <vt:lpstr>Marco teórico y arquitectura</vt:lpstr>
      <vt:lpstr>REST y JSON</vt:lpstr>
      <vt:lpstr>Arquitectura SOA y patrón MVC</vt:lpstr>
      <vt:lpstr>Tecnologías utilizadas</vt:lpstr>
      <vt:lpstr>Arquitectura del sistema</vt:lpstr>
      <vt:lpstr>Servidor RESTful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2</cp:revision>
  <dcterms:created xsi:type="dcterms:W3CDTF">2026-10-26T18:34:13Z</dcterms:created>
  <dcterms:modified xsi:type="dcterms:W3CDTF">2026-10-27T06:42:25Z</dcterms:modified>
</cp:coreProperties>
</file>